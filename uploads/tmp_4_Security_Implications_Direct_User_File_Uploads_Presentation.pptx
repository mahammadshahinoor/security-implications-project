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Security Implications of Direct User File Uploads to Cloud Storage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Comprehensive Overview</a:t>
            </a:r>
          </a:p>
          <a:p/>
          <a:p>
            <a:r>
              <a:t>Your Name</a:t>
            </a:r>
          </a:p>
          <a:p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Growth of cloud-based web applications</a:t>
            </a:r>
          </a:p>
          <a:p>
            <a:pPr lvl="1"/>
            <a:r>
              <a:t>• Increasing use of direct-to-cloud file uploads</a:t>
            </a:r>
          </a:p>
          <a:p>
            <a:pPr lvl="1"/>
            <a:r>
              <a:t>• Importance of securing user-uploaded content</a:t>
            </a:r>
          </a:p>
          <a:p>
            <a:pPr lvl="1"/>
            <a:r>
              <a:t>• Overview of security implications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Direct File Upload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 uploads file directly to cloud storage (e.g., S3, Blob Storage)</a:t>
            </a:r>
          </a:p>
          <a:p>
            <a:pPr lvl="1"/>
            <a:r>
              <a:t>• Backend generates pre-signed URL or token</a:t>
            </a:r>
          </a:p>
          <a:p>
            <a:pPr lvl="1"/>
            <a:r>
              <a:t>• Reduces backend server load</a:t>
            </a:r>
          </a:p>
          <a:p>
            <a:pPr lvl="1"/>
            <a:r>
              <a:t>• Requires strong access control mechanisms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Direct-to-Cloud Uploads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Improved scalability</a:t>
            </a:r>
          </a:p>
          <a:p>
            <a:pPr lvl="1"/>
            <a:r>
              <a:t>• Reduced server bandwidth usage</a:t>
            </a:r>
          </a:p>
          <a:p>
            <a:pPr lvl="1"/>
            <a:r>
              <a:t>• Faster uploads via CDN</a:t>
            </a:r>
          </a:p>
          <a:p>
            <a:pPr lvl="1"/>
            <a:r>
              <a:t>• Cost efficiency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Security 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Unauthorized file access</a:t>
            </a:r>
          </a:p>
          <a:p>
            <a:pPr lvl="1"/>
            <a:r>
              <a:t>• Malicious file uploads</a:t>
            </a:r>
          </a:p>
          <a:p>
            <a:pPr lvl="1"/>
            <a:r>
              <a:t>• Data leakage</a:t>
            </a:r>
          </a:p>
          <a:p>
            <a:pPr lvl="1"/>
            <a:r>
              <a:t>• Misconfigured storage buckets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Authentication &amp; Authorization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Weak token validation</a:t>
            </a:r>
          </a:p>
          <a:p>
            <a:pPr lvl="1"/>
            <a:r>
              <a:t>• Overly permissive access policies</a:t>
            </a:r>
          </a:p>
          <a:p>
            <a:pPr lvl="1"/>
            <a:r>
              <a:t>• Expired or reusable upload URLs</a:t>
            </a:r>
          </a:p>
          <a:p>
            <a:pPr lvl="1"/>
            <a:r>
              <a:t>• Privilege escalation risks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Validation Vulnerabilities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Insecure MIME type validation</a:t>
            </a:r>
          </a:p>
          <a:p>
            <a:pPr lvl="1"/>
            <a:r>
              <a:t>• File extension spoofing</a:t>
            </a:r>
          </a:p>
          <a:p>
            <a:pPr lvl="1"/>
            <a:r>
              <a:t>• Lack of file size restrictions</a:t>
            </a:r>
          </a:p>
          <a:p>
            <a:pPr lvl="1"/>
            <a:r>
              <a:t>• Absence of content inspection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Malware &amp; Malicious File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Uploading executable scripts</a:t>
            </a:r>
          </a:p>
          <a:p>
            <a:pPr lvl="1"/>
            <a:r>
              <a:t>• Ransomware distribution</a:t>
            </a:r>
          </a:p>
          <a:p>
            <a:pPr lvl="1"/>
            <a:r>
              <a:t>• Cross-site scripting (XSS) via file content</a:t>
            </a:r>
          </a:p>
          <a:p>
            <a:pPr lvl="1"/>
            <a:r>
              <a:t>• Need for antivirus scanning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Insecure Storage Configuration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Publicly accessible buckets</a:t>
            </a:r>
          </a:p>
          <a:p>
            <a:pPr lvl="1"/>
            <a:r>
              <a:t>• Missing encryption at rest</a:t>
            </a:r>
          </a:p>
          <a:p>
            <a:pPr lvl="1"/>
            <a:r>
              <a:t>• Lack of HTTPS enforcement</a:t>
            </a:r>
          </a:p>
          <a:p>
            <a:pPr lvl="1"/>
            <a:r>
              <a:t>• Weak IAM policies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Privacy &amp; Compliance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GDPR and data protection requirements</a:t>
            </a:r>
          </a:p>
          <a:p>
            <a:pPr lvl="1"/>
            <a:r>
              <a:t>• Data residency concerns</a:t>
            </a:r>
          </a:p>
          <a:p>
            <a:pPr lvl="1"/>
            <a:r>
              <a:t>• Handling personally identifiable information (PII)</a:t>
            </a:r>
          </a:p>
          <a:p>
            <a:pPr lvl="1"/>
            <a:r>
              <a:t>• Retention and deletion policies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Pre-Signed URL Security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Long expiration times</a:t>
            </a:r>
          </a:p>
          <a:p>
            <a:pPr lvl="1"/>
            <a:r>
              <a:t>• URL leakage via logs or referrers</a:t>
            </a:r>
          </a:p>
          <a:p>
            <a:pPr lvl="1"/>
            <a:r>
              <a:t>• Replay attacks</a:t>
            </a:r>
          </a:p>
          <a:p>
            <a:pPr lvl="1"/>
            <a:r>
              <a:t>• Lack of upload restrictions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Denial of Service (DoS)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Large file upload abuse</a:t>
            </a:r>
          </a:p>
          <a:p>
            <a:pPr lvl="1"/>
            <a:r>
              <a:t>• Repeated upload attempts</a:t>
            </a:r>
          </a:p>
          <a:p>
            <a:pPr lvl="1"/>
            <a:r>
              <a:t>• Storage cost exhaustion</a:t>
            </a:r>
          </a:p>
          <a:p>
            <a:pPr lvl="1"/>
            <a:r>
              <a:t>• Need for rate limiting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 File Upload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Strict authentication &amp; authorization</a:t>
            </a:r>
          </a:p>
          <a:p>
            <a:pPr lvl="1"/>
            <a:r>
              <a:t>• Server-side file validation</a:t>
            </a:r>
          </a:p>
          <a:p>
            <a:pPr lvl="1"/>
            <a:r>
              <a:t>• Virus/malware scanning</a:t>
            </a:r>
          </a:p>
          <a:p>
            <a:pPr lvl="1"/>
            <a:r>
              <a:t>• Encryption in transit &amp; at rest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Provider 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IAM policies &amp; role-based access</a:t>
            </a:r>
          </a:p>
          <a:p>
            <a:pPr lvl="1"/>
            <a:r>
              <a:t>• Object lifecycle policies</a:t>
            </a:r>
          </a:p>
          <a:p>
            <a:pPr lvl="1"/>
            <a:r>
              <a:t>• Logging &amp; monitoring tools</a:t>
            </a:r>
          </a:p>
          <a:p>
            <a:pPr lvl="1"/>
            <a:r>
              <a:t>• Automatic threat detection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&amp; Incident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Enable access logging</a:t>
            </a:r>
          </a:p>
          <a:p>
            <a:pPr lvl="1"/>
            <a:r>
              <a:t>• Real-time alerts</a:t>
            </a:r>
          </a:p>
          <a:p>
            <a:pPr lvl="1"/>
            <a:r>
              <a:t>• Incident response plan</a:t>
            </a:r>
          </a:p>
          <a:p>
            <a:pPr lvl="1"/>
            <a:r>
              <a:t>• Regular security audits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Studies / Real-World Breaches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exposure due to misconfigured storage</a:t>
            </a:r>
          </a:p>
          <a:p>
            <a:pPr lvl="1"/>
            <a:r>
              <a:t>• Malicious file hosting incidents</a:t>
            </a:r>
          </a:p>
          <a:p>
            <a:pPr lvl="1"/>
            <a:r>
              <a:t>• Lessons learned from breaches</a:t>
            </a:r>
          </a:p>
          <a:p>
            <a:pPr lvl="1"/>
            <a:r>
              <a:t>• Importance of security audits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&amp; Mitigation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Implement Zero Trust principles</a:t>
            </a:r>
          </a:p>
          <a:p>
            <a:pPr lvl="1"/>
            <a:r>
              <a:t>• Use short-lived signed URLs</a:t>
            </a:r>
          </a:p>
          <a:p>
            <a:pPr lvl="1"/>
            <a:r>
              <a:t>• Apply least privilege access</a:t>
            </a:r>
          </a:p>
          <a:p>
            <a:pPr lvl="1"/>
            <a:r>
              <a:t>• Regular penetration testing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Direct uploads improve scalability but introduce risks</a:t>
            </a:r>
          </a:p>
          <a:p>
            <a:pPr lvl="1"/>
            <a:r>
              <a:t>• Security must be integrated by design</a:t>
            </a:r>
          </a:p>
          <a:p>
            <a:pPr lvl="1"/>
            <a:r>
              <a:t>• Continuous monitoring is essential</a:t>
            </a:r>
          </a:p>
          <a:p>
            <a:pPr lvl="1"/>
            <a:r>
              <a:t>• Strong policies reduce breach likelihood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Cloud provider security documentation</a:t>
            </a:r>
          </a:p>
          <a:p>
            <a:pPr lvl="1"/>
            <a:r>
              <a:t>• OWASP File Upload Security Guidelines</a:t>
            </a:r>
          </a:p>
          <a:p>
            <a:pPr lvl="1"/>
            <a:r>
              <a:t>• GDPR compliance resources</a:t>
            </a:r>
          </a:p>
          <a:p>
            <a:pPr lvl="1"/>
            <a:r>
              <a:t>• Industry security best practices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